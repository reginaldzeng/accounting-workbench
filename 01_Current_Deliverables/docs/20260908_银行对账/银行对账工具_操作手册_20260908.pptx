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银行对账工具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操作手册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财务核算工作台 · 工具#1   ｜   核算组使用   ｜   2026-09   ｜   V2.520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521208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5212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数据接入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34056" y="5212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08376" y="521208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8376" y="5212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逐笔稽核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82896" y="5212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57216" y="521208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5212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余额调节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5212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06056" y="521208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06056" y="5212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结果出具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这份手册讲什么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跟着四步走，就能把一个月的银行对账做完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0136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工具是做什么的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037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+ 三个价值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81528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3522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四步主线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37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 → 逐笔稽核 → 余额调节 → 结果出具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59352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15384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690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每一步怎么操作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714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重点看数据接入与逐笔稽核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34924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0293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每月标准流程 &amp; 常见问题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6052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速查表 + FAQ + 管理员运维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工具是做什么的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把银行流水和金蝶逐笔对起来，人只处理判断和例外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</a:t>
            </a:r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银行流水 × 金蝶序时账，自动找出 漏账 / 做错 / 晚记；每笔都能追到凭证号。全程只读金蝶、不做账，只出清单交人工。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063240"/>
            <a:ext cx="822960" cy="82296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各家银行/支付/理财乱格式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标准流水明细表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063240"/>
            <a:ext cx="822960" cy="822960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找差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114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逐笔勾稽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自动揪出 漏账/做错/晚记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7432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3063240"/>
            <a:ext cx="822960" cy="82296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14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三道勾稽自证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每笔可追到凭证号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四步主线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页面顶部的步骤条始终跟着你走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28600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让银行流水进来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一键接金蝶取数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286000"/>
            <a:ext cx="457200" cy="457200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逐笔稽核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看每笔结论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优先核疑似漏账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0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余额调节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全科目调节表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差额调平/亮红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8972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0" y="228600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41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结果出具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可信度报告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导出差异清单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优先原则：疑似漏账（银行付了/收了、金蝶没做账）永远排最前，先看它。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① 步 · 数据接入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两条通道任选其一，推荐共享盘自动接入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40080"/>
          </a:xfrm>
          <a:prstGeom prst="roundRect">
            <a:avLst>
              <a:gd name="adj" fmla="val 12857"/>
            </a:avLst>
          </a:prstGeom>
          <a:solidFill>
            <a:srgbClr val="1F9D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共享盘自动接入（推荐）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663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出纳把当月流水按月存进共享盘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常开内网电脑每小时自动扫、推给服务器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服务器自动解析、按期间定格入库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出纳零操作：不打包、不加密、不上传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00200"/>
            <a:ext cx="5257800" cy="640080"/>
          </a:xfrm>
          <a:prstGeom prst="roundRect">
            <a:avLst>
              <a:gd name="adj" fmla="val 12857"/>
            </a:avLst>
          </a:prstGeom>
          <a:solidFill>
            <a:srgbClr val="4C5FD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 手工上传（应急/补传）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663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整月流水打成一个压缩包（.zip / .rar）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加密包在「压缩包密码」框填密码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密码不落盘、不进日志、用完即弃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上传即解析、按当前期间定格入库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接入后点「一键接入金蝶」取数（进页面秒开读缓存，只有点这个按钮才实时打金蝶）。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共享盘取件机 · 状态与告警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在「数据接入」页看取件机在不在干活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3FBF6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292608" cy="29260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绿灯 · 在跑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正常。显示最近扫描时间、上轮推送几个文件、等待中的月份。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DF3F2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65960"/>
            <a:ext cx="292608" cy="292608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874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549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 · 停机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超约 2 小时没回报 = 停了。新流水不会自动进来，联系管理员，期间用手工上传兜底。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37033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🔔 停机钉钉告警  </a:t>
            </a:r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在状态卡里填要收告警的钉钉手机号（多个逗号隔开）。停机会自动发钉钉提醒，不必盯页面；收起后显示打码号码。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8463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立即扫描共享盘  </a:t>
            </a:r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出纳临时更新了共享盘、不想等整点，点它——取件机下一轮来问时立即扫（服务器进不了内网，此按钮是留个话）。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财资导了多份 / 重复确认弹窗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出纳常把财资流水导好几次，工具自动归并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459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每份都解析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谁也不略过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2491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603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按账户整户择优并入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取笔数最多的那份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3931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4747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让位份逐笔查重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证明是子集，找不到的算疑漏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5371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3891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弹窗人工确认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点「我已逐条核对」，确认人+时间留痕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DF6EC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看到「疑漏 / ⚠核对」怎么办：</a:t>
            </a:r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说明有笔只在被让位的导出里，先人工核；确属导出范围问题，退回出纳按规范重导。机器只做初核，判定责任在人。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② 步 · 逐笔稽核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每笔银行流水恰好归一类，按类去核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D54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疑似漏账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银行有、金蝶整窗口查无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3865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49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★最优先，补账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01368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C77D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做错·金额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配上了但金额不等(比到4位)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3865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核金额差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98648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099816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C77D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044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晚记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金蝶入账比银行晚≥1天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850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关注跨月的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898648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099816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C77D1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3044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金蝶单边·待查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金蝶有、银行没有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6850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1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疑金蝶做错，冲/改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97096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398264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6B72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430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账户缺金蝶数据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00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整户银行有流水、金蝶零动静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983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确认金蝶取数/补记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197096"/>
            <a:ext cx="52578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398264"/>
            <a:ext cx="146304" cy="731520"/>
          </a:xfrm>
          <a:prstGeom prst="roundRect">
            <a:avLst>
              <a:gd name="adj" fmla="val 18750"/>
            </a:avLst>
          </a:prstGeom>
          <a:solidFill>
            <a:srgbClr val="1F9D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已匹配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700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金额方向当天全对上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4983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已核，不用管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逐笔稽核 · 三类特殊情形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工具只标候选、交你确认，绝不自动核销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5623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组合待确认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银行1笔 = 金蝶2~3张合计相等（如理财赎回拆本金+收益）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你要做的：</a:t>
            </a:r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看整组等式，确认是不是同一笔的拆分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322783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疑记错户·账在他户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11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同额同向、记到别的户，且银行对方户名命中他户凭证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136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你要做的：</a:t>
            </a:r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核是不是把账记错了银行账户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9943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内部往来·两腿列示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集团内部划转，两户一收一支同额、金蝶两边查无 → 双标未做账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852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你要做的：</a:t>
            </a:r>
            <a:pPr indent="0" marL="0">
              <a:buNone/>
            </a:pPr>
            <a:r>
              <a:rPr lang="en-US" sz="13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核这笔内部转账两边是否都做账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③ 步 · 余额调节表（全科目）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对标《各银行余额》：能解释的调平成0，真差异亮红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银行流水余额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77440" y="1600200"/>
            <a:ext cx="822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综合本位币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金蝶系统余额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1417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未达调节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1600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调节后差额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55480" y="1600200"/>
            <a:ext cx="12344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600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05740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14,625,260.50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0574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05740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14,625,260.50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5740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14,664,700.88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20574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+39,440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205740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55480" y="205740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55480" y="2057400"/>
            <a:ext cx="1234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已调平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2560320"/>
            <a:ext cx="173736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16,573,095.04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2560320"/>
            <a:ext cx="82296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77440" y="2560320"/>
            <a:ext cx="8229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2560320"/>
            <a:ext cx="160020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0040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16,573,095.04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2560320"/>
            <a:ext cx="173736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0060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14,660,740.88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2560320"/>
            <a:ext cx="141732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37960" y="256032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55280" y="2560320"/>
            <a:ext cx="160020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5528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549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1,947,834 ⚠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555480" y="2560320"/>
            <a:ext cx="1234440" cy="502920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555480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流水不平·核对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34290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68680" y="3520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差额 = 调节后残差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未达账项调节后：能解释的显示 0，仍≠0 的才是真要查的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172200" y="34290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400800" y="3520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差异归属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标「本月差异」查本月账 / 「流水不平·核对流水」查本月流水导入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86868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银行侧来源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银行存款取流水、电商渠道取渠道对账、其余待人工手填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6172200" y="448056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640080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开户日期在账户台账维护
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本表只读引用；支持导出 Excel 单月扁表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④ 步 · 结果出具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三道勾稽全过才算可信，导出差异清单交人工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笔数勾稽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每笔恰归一类、不重不漏，合计与来源一致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44368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9748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余额勾稽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期初 + Σ收 − Σ支 = 期末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950208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033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数据齐（总额）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收/支对上各家自带汇总；金蝶单边&gt;0 提示流水可能未导全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749040" cy="301752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三道全过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本次结果可信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200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导出差异清单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（漏账/做错/晚记）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每笔可回到凭证号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有一道没过 → 工具标「待复核」并指明是哪道没过、为什么。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每月标准流程（速查）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EEF1FA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4173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选对会计期间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057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58568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68296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585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确认流水已接入：绿灯在跑 / 或手工上传；遇财资重复弹窗→逐条核对→确认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986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99816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209544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099816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点「一键接入金蝶」取数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39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41064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05079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941064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逐笔稽核：先核疑似漏账，再做错/晚记，顺带看组合/疑记错户/内部往来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81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82312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489204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78231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余额调节：看调节后差额，亮红的按「差异归属」去查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422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0120" y="5733288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645920" y="56235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结果出具：确认三道勾稽全过 → 导出差异清单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 · 取件机运维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面向系统管理员：部署与告警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部署取件机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915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选一台常开内网电脑，放脚本 + bank_pull.ini（令牌与服务器一致）；右键「注册银行流水取件.bat」以管理员运行一次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计划任务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5915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任务「银行流水取件机」：每小时、无窗口、当前登录账号运行；与报表取件机各跑各的。桌面看不到窗口才正常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停机告警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8795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服务器超约2小时没收到回报 = 停机；前端配收件人，走风控AI机器人发钉钉；需服务器已配钉钉应用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5257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健康观测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8795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「数据接入」页取件机状态卡：绿色呼吸灯=在跑，红色=停机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常见问题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4447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出纳换了压缩格式/改了文件名，会漏吗？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1051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不会。靠表头内容认单据、不靠文件名；.rar（含加密）也能解。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4323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状态卡红了怎么办？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980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取件机停了。联系管理员查内网电脑/任务；期间手工上传兜底。配了钉钉告警会先收到提醒。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46704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41985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自动接入会覆盖我手工传的吗？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8561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不会。本期已有手工数据时，自动推只暂存不覆盖；也照打重复确认弹窗，不自动确认。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34256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4074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金蝶会被改吗？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7316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不会。全程只读。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32180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调节后差额亮红但金额很大？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7607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先看「差异归属」：本月差异查本月账；流水不平·核对流水查本月流水是否导全。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跟着四步走，人只处理判断和例外。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32688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疑似漏账优先核 · 调节后差额亮红才查 · 三道勾稽全过再出具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银行对账工具 · 操作手册 ｜ 财务核算工作台 ｜ V2.520 ｜ 2026-09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2026-09-08T09:24:03Z</dcterms:created>
  <dcterms:modified xsi:type="dcterms:W3CDTF">2026-09-08T09:24:03Z</dcterms:modified>
</cp:coreProperties>
</file>